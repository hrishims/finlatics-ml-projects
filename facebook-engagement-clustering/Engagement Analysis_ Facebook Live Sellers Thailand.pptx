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770939-F760-4FA5-9C1C-EA1D7043F599}">
  <a:tblStyle styleId="{82770939-F760-4FA5-9C1C-EA1D7043F59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9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524000"/>
            <a:ext cx="850106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Facebook Live Sellers: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Engagement Analytics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055441"/>
            <a:ext cx="80962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 in-depth analysis of retail behavior and interaction patterns within the Thai fashion and cosmetics market.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324052"/>
            <a:ext cx="8096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DATA SCIENCE PROJECT | THAILAND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60508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925478" y="2947987"/>
            <a:ext cx="834104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Data Landscape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195637" y="4090987"/>
            <a:ext cx="5800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Analyzing 7,050 records to uncover what drives customer engagement.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76375"/>
            <a:ext cx="10668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071562" y="4991100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Photos represent the majority of content volume (61%), yet the engagement narrative tells a different story regarding value.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POST VOLUME BY TYPE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2743200" y="4881562"/>
            <a:ext cx="670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Note: Videos generate 40x more comments on average than standard photo posts.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3624262" y="2433637"/>
            <a:ext cx="4943475" cy="216217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16"/>
          <p:cNvGraphicFramePr/>
          <p:nvPr/>
        </p:nvGraphicFramePr>
        <p:xfrm>
          <a:off x="3624262" y="24336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{82770939-F760-4FA5-9C1C-EA1D7043F599}</a:tableStyleId>
              </a:tblPr>
              <a:tblGrid>
                <a:gridCol w="1076325"/>
                <a:gridCol w="1333500"/>
                <a:gridCol w="1400175"/>
                <a:gridCol w="1133475"/>
              </a:tblGrid>
              <a:tr h="5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Reactions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Comments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Shares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Video</a:t>
                      </a:r>
                      <a:endParaRPr/>
                    </a:p>
                  </a:txBody>
                  <a:tcPr marT="25400" marB="25400" marR="63500" marL="381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283.4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642.5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115.7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Status</a:t>
                      </a:r>
                      <a:endParaRPr/>
                    </a:p>
                  </a:txBody>
                  <a:tcPr marT="25400" marB="25400" marR="63500" marL="36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438.8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36.2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Photo</a:t>
                      </a:r>
                      <a:endParaRPr/>
                    </a:p>
                  </a:txBody>
                  <a:tcPr marT="25400" marB="25400" marR="63500" marL="36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181.3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p16"/>
          <p:cNvSpPr/>
          <p:nvPr/>
        </p:nvSpPr>
        <p:spPr>
          <a:xfrm>
            <a:off x="3624262" y="3514725"/>
            <a:ext cx="10763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4700587" y="3514725"/>
            <a:ext cx="1333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034087" y="3514725"/>
            <a:ext cx="1400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7434262" y="3514725"/>
            <a:ext cx="11334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24262" y="4048125"/>
            <a:ext cx="10763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4700587" y="4048125"/>
            <a:ext cx="1333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034087" y="4048125"/>
            <a:ext cx="1400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7434262" y="4048125"/>
            <a:ext cx="11334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624262" y="4581525"/>
            <a:ext cx="10763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4700587" y="4581525"/>
            <a:ext cx="1333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034087" y="4581525"/>
            <a:ext cx="1400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7434262" y="4581525"/>
            <a:ext cx="11334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4762" y="37195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4762" y="42529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4762" y="318611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4762" y="318611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4762" y="37195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4762" y="425291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ENGAGEMENT BENCHMARKS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52500" y="571500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VIDEO MULTIPLIER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62000" y="2566987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Interactivity at Scale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31099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Live video sessions are the engine of conversational commerce in Thailand. They don't just reach people; they create dialogue.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41671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high comment-to-share ratio in video content suggests that these formats are the primary driver for direct sales inquiries.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76375"/>
            <a:ext cx="10668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1724025" y="5229225"/>
            <a:ext cx="874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Average reactions peak significantly on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Saturdays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suggesting a high weekend readiness for social shopping.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DAILY REACTION CYCLES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762000" y="2705100"/>
            <a:ext cx="50482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0.64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762000" y="4229100"/>
            <a:ext cx="5048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Correlation Coefficient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381750" y="2705100"/>
            <a:ext cx="5300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Comments &amp; Shares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381750" y="32480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Our analysis shows a strong positive correlation between the number of comments and shares.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381750" y="400050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This suggests that content which triggers deep conversation is also the most likely to be amplified through user networks, creating an organic viral loop.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ENGAGEMENT CONNECTIVITY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/>
          <p:nvPr/>
        </p:nvSpPr>
        <p:spPr>
          <a:xfrm>
            <a:off x="5524500" y="260508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290399" y="2947987"/>
            <a:ext cx="96112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Segmentation Strategy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010025" y="4090987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Using K-Means Clustering to group post behaviors.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762000" y="2705100"/>
            <a:ext cx="50482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762000" y="4229100"/>
            <a:ext cx="5048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Distinct Profiles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381750" y="2705100"/>
            <a:ext cx="5300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Elbow Method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381750" y="32480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By analyzing the within-cluster sum of squares (Inertia), the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Elbow Method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identified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4 as the optimal number of clusters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381750" y="43053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This provides the best balance between model simplicity and accurate representation of diverse engagement behaviors.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OPTIMAL CLUSTER COUNT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52687"/>
            <a:ext cx="245432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6824" y="2452687"/>
            <a:ext cx="27336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0999" y="2452687"/>
            <a:ext cx="245432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75824" y="2452687"/>
            <a:ext cx="2454324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1047750" y="3386137"/>
            <a:ext cx="19769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Standard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1047750" y="3929062"/>
            <a:ext cx="188282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89% of posts. Low but stable engagement across all metrics.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3692574" y="3386137"/>
            <a:ext cx="227028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Conversational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3692574" y="3929062"/>
            <a:ext cx="2162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High comment volume (Avg 2,950+). These are the active buyers.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616749" y="3386137"/>
            <a:ext cx="19769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Popular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6616749" y="3929062"/>
            <a:ext cx="188282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High reaction counts but low depth of share. Viral "scrollers."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9261574" y="3386137"/>
            <a:ext cx="19769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Elite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9261574" y="3929062"/>
            <a:ext cx="188282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top 1%. Outliers with massive "Wow" and share metrics.</a:t>
            </a:r>
            <a:endParaRPr/>
          </a:p>
        </p:txBody>
      </p:sp>
      <p:pic>
        <p:nvPicPr>
          <p:cNvPr descr="image.png" id="202" name="Google Shape;20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750" y="27765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92574" y="27765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16749" y="27765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61574" y="27765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BEHAVIORAL PROFILES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762000" y="2052637"/>
            <a:ext cx="4890611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Strategic Insights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762000" y="3205162"/>
            <a:ext cx="5300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Focus on Interactivity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762000" y="374808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Video content is king for conversion. Prioritizing live formats increases comment volume, which we know correlates strongly with shares.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6381750" y="3205162"/>
            <a:ext cx="5300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Optimize Post Timing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6381750" y="374808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Leverage the Saturday surge for high-stakes product launches. Mid-week posts should focus on status updates to maintain reaction volume.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4445198"/>
            <a:ext cx="3810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3375660" y="2031652"/>
            <a:ext cx="54406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4705350" y="3460402"/>
            <a:ext cx="27813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 your time and attention.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762000" y="3002309"/>
            <a:ext cx="10668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762000" y="397564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762000" y="397564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4" name="Google Shape;2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508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1857375" y="3145184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https://static.vecteezy.com/system/resources/thumbnails/042/533/615/small/portrait-of-excited-asian-muslim-man-in-koko-shirt-with-skullcap-promoting-his-product-on-live-streaming-session-online-shopping-with-smartphone-concept-isolated-image-on-white-background-photo.JPG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1857375" y="358899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37" name="Google Shape;23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1345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1857375" y="412804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https://cdn.prod.website-files.com/5efb0b7816032fd33ce6059c/62d5ba2d8421b161d7433fcc_Group%201914.png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1857375" y="437376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www.numerro.io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7620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